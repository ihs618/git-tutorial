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1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3292C-E657-4AB5-BCA0-2556487D1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5F615-9A6C-4501-9DEF-C4279E9DE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81B6B-7537-4907-BB31-01AEF94A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35989E-26CF-4149-89A6-47F43A83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E88A5C-0130-4A15-BABB-EE109E2EE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18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9D8BC-9768-43F4-AB42-65D1909E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E8786B-8591-442A-9A63-49C45BC18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4BFEFD-C8ED-40CE-A669-23906F0FB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A7560D-E6B8-4EE9-BA1A-4548239C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D1F2CB-EBB2-49A2-B2A3-CE82B65D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28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8860A-45EC-4312-9037-BD60A14D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AD529E-834E-4A9C-83E7-F8A282A84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8751C-29D9-4C87-8194-79714FDB6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44F00-CF43-496B-B27B-A6A3BCED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148FCC-FCFA-4DF3-8D26-00B21DAC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85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7547C-8212-4A2A-AADD-899F9E002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EDE137-FF18-4274-893F-5599EF0B1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0CA5F5-DB50-45CD-BA9D-9FC030341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75A9D7-8CB6-470F-8D95-0B1BD8398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EEFCDE-4644-4676-B6C6-923F65AA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8F9165-0B56-461B-9ABF-91EEBE17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61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4873B-8B92-4B25-956C-FBBE3898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7B3418-2775-4A5C-9DFE-53336C6EE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9AC1B-465D-4D93-A69D-EE4F177B1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A0556D-284C-426D-A8F0-5A89F8AB4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84022C-0965-459B-8603-3384469CEA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F93EE5-FDDA-48C8-A3BF-A063D12E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CDFE1D-4B08-4245-9EA5-5B3E8836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6493D8-4845-4EB0-9DD5-BDF8A264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229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360F1-FA30-4212-8C2B-85BB8D03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2D3945-66DD-4A48-A19F-B3C71D74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C4CD2D-38F9-425B-B3AF-A6D2EF325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F65A3A-842C-4666-AEDC-A66FAFFA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72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52A00C-9B13-4788-8B80-4454B3DE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B5E562-9B67-4BE1-B2B2-B2E5832D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F5C09-B640-400F-8571-ABED7C39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80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E4A9E-4546-4D22-B95A-D928FCCD1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B448D8-B305-4B3A-992E-69E94DB1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788FE6-AEE2-491F-B0A8-134DF8D9C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D8893-ADCA-4C10-9399-06135C06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C8A379-084A-45CE-9C3B-E0120E801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7F728E-0B43-4567-88F9-8C56B015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67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3CBED-2E2D-4E99-B4FB-5D1B863E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E93137-E50D-4F89-BC26-A053EDC4B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A53DC0-5935-4264-B5A5-17AD2B34F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8A3ACC-B423-4678-93E7-45841661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E914F8-4D21-41CA-B7FD-2DAC59533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42248F-F76B-4270-B919-C7D12BB7E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45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573BA-E9E5-473D-AA71-BC4A6FBB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54E755-8610-4B49-AB89-C07C9A55E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5C21D6-6C4B-4F65-A7AD-94084098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73A520-C5DD-4AD5-BA9A-80311E7A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51492-EF06-43AA-AD86-F0A8EF5AC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689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183B5C-B870-4E75-9365-0A05FC4AD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DAA148-0992-4AAF-A08F-8BEFF1564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22EA33-94D5-40F7-8FB5-654E7DA7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46D072-3387-4EE4-96B6-2BDED56E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6B83E-797A-41D7-87D4-FC488A83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724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3B1451-49AF-4E45-B560-8DA57538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693E81-612A-47D3-BE24-8A24AAC5D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DC56D4-F986-4FF0-9641-8ADE9746F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3C814-C85A-41B6-BE2B-8C76739AEAF7}" type="datetimeFigureOut">
              <a:rPr lang="ko-KR" altLang="en-US" smtClean="0"/>
              <a:t>2021-08-07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A7EF1F-2576-4271-909B-103F75EC2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76D48-AC7C-4574-B7E3-DEE741609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E129C-31D7-4E5F-BAC1-5A6CE1E7A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692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F2160C-9BA6-4D5F-96A2-7D1981AF2F53}"/>
              </a:ext>
            </a:extLst>
          </p:cNvPr>
          <p:cNvSpPr txBox="1"/>
          <p:nvPr/>
        </p:nvSpPr>
        <p:spPr>
          <a:xfrm>
            <a:off x="1020932" y="745724"/>
            <a:ext cx="1278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base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A619A-D128-433B-B308-46CB35291C45}"/>
              </a:ext>
            </a:extLst>
          </p:cNvPr>
          <p:cNvSpPr txBox="1"/>
          <p:nvPr/>
        </p:nvSpPr>
        <p:spPr>
          <a:xfrm>
            <a:off x="4580876" y="665825"/>
            <a:ext cx="2663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Distance</a:t>
            </a:r>
            <a:r>
              <a:rPr lang="ko-KR" altLang="en-US" dirty="0"/>
              <a:t>따라 </a:t>
            </a:r>
            <a:r>
              <a:rPr lang="en-US" altLang="ko-KR" dirty="0"/>
              <a:t>channel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1B8D427-1D3A-43D6-86D7-7E5403D6E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315"/>
            <a:ext cx="3718102" cy="475917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2493CFF-ADCB-44EE-BB1D-62118E8C4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619" y="1046538"/>
            <a:ext cx="3770986" cy="49608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40D5EE-5B45-4DDE-81C6-D4737D5DE695}"/>
              </a:ext>
            </a:extLst>
          </p:cNvPr>
          <p:cNvSpPr txBox="1"/>
          <p:nvPr/>
        </p:nvSpPr>
        <p:spPr>
          <a:xfrm>
            <a:off x="8629093" y="596568"/>
            <a:ext cx="2663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proposed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AAC960-0744-4684-8B52-3F104C1A6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75" y="1035157"/>
            <a:ext cx="3994777" cy="516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64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96084C-8878-4701-B1F8-8631865C8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89" y="1685459"/>
            <a:ext cx="5372100" cy="3219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232B137-8A54-403D-ADA9-2713E1B81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475" y="1057275"/>
            <a:ext cx="3800475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4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659415-30D0-4200-91DC-E3CDB22FD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7" y="1598109"/>
            <a:ext cx="5095875" cy="33718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AA782E-A1AD-47ED-90BE-0152D2CA3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634" y="588459"/>
            <a:ext cx="38385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0AF7B3-0568-47D5-91F1-583F01A6F8B1}"/>
              </a:ext>
            </a:extLst>
          </p:cNvPr>
          <p:cNvSpPr txBox="1"/>
          <p:nvPr/>
        </p:nvSpPr>
        <p:spPr>
          <a:xfrm>
            <a:off x="591015" y="390293"/>
            <a:ext cx="3267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Area 100 , seed 777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965D29-C2D0-4EE9-BA1F-41DC1FBCC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5" y="942173"/>
            <a:ext cx="3111753" cy="56269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5A3C294-1D6E-47B3-87A8-E61F68183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639" y="897220"/>
            <a:ext cx="3292553" cy="567190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E70F3A-0433-4ABA-BC96-400C0E4E7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731" y="813134"/>
            <a:ext cx="3292554" cy="584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97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10</Words>
  <Application>Microsoft Office PowerPoint</Application>
  <PresentationFormat>와이드스크린</PresentationFormat>
  <Paragraphs>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EK</dc:creator>
  <cp:lastModifiedBy>EK</cp:lastModifiedBy>
  <cp:revision>7</cp:revision>
  <dcterms:created xsi:type="dcterms:W3CDTF">2021-08-07T08:16:44Z</dcterms:created>
  <dcterms:modified xsi:type="dcterms:W3CDTF">2021-08-07T14:29:09Z</dcterms:modified>
</cp:coreProperties>
</file>